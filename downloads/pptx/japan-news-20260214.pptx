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27432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日本ニュースダイジェスト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2026年2月14日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政治・経済・スポーツ — 高市新体制下で動く日本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2026年2月14日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衆院選後の高市新体制の下、政治・経済・スポーツの3分野で日本が大きく動いている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自民党が衆院選で戦後初の単独2/3超（316議席）を獲得し、高市首相が食品消費税ゼロなど公約実現を加速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春闘でトヨタ労組が過去最大級の賃上げ要求、日本株は先進国市場で首位パフォーマンス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ミラノ冬季五輪で日本勢がメダルラッシュ — 戸塚優斗が金、鍵山優真が銀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政治 — 自民党歴史的大勝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2026年衆院選 — 自民党が圧勝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自民党が単独で衆院定数の2/3を超える316議席を獲得、戦後初の快挙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316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自民党獲得議席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465議席中、単独で2/3超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2232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332232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68%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2232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議席占有率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376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戦後最高の占有率を記録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2/3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9600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超多数確保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744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憲法改正発議が可能な水準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NHK・時事通信 2026年2月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高市政権の重点政策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食品消費税ゼロなど国民生活直結の公約実現を加速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食品消費税ゼロ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2年間の時限措置として実現を検討加速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488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日銀総裁と会談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2/16に植田総裁と経済・市場動向を意見交換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26年度予算案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年度内成立を目指すも与党内に「困難」の声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8720" y="35204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防衛外交の強化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0" y="35204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小泉防衛相がミュンヘン安保会議で欧州と連携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日本経済新聞・NHK 2026年2月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経済 — 春闘と企業業績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春闘と企業業績 — 明暗分かれる日本経済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トヨタ労組が過去最大級の賃上げ要求、企業業績は好不調が鮮明に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3F3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0D262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春闘・賃上げ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・トヨタ労組: 賃上げ最大21,580円を要求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・トヨタ一時金: 7.3カ月を要求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・JP労組: ベア11,000円の要求方針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・同一労働同一賃金ガイドライン拡充（10月〜）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3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企業業績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・東芝: 営業益最高（データセンター需要旺盛）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・住友林業: 6,300億円で米住宅大手を買収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・電通: 最大3,276億円赤字（海外不振・初の無配）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・日本株: 先進国市場でトップパフォーマンス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日本経済新聞・Bloomberg 2026年2月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スポーツ — ミラノ冬季五輪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ミラノ・コルティナ2026 — 日本勢メダルラッシュ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スノーボード・フィギュアで日本人のダブル表彰台が相次ぐ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戸塚優斗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スノーボード男子ハーフパイプ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2232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332232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銀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2232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鍵山優真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376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フィギュアスケート男子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0" y="1645920"/>
            <a:ext cx="2499360" cy="2560320"/>
          </a:xfrm>
          <a:prstGeom prst="rect">
            <a:avLst>
              <a:gd name="adj" fmla="val 3659"/>
            </a:avLst>
          </a:prstGeom>
          <a:solidFill>
            <a:srgbClr val="F3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0" y="1920240"/>
            <a:ext cx="249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96000" y="3017520"/>
            <a:ext cx="249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山田琉聖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7440" y="3474720"/>
            <a:ext cx="231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スノーボード男子ハーフパイプ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NHK・時事通信 2026年2月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国際・社会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注目の国際・社会ニュース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日米首脳会談や中国漁船拿捕など、外交・安全保障が緊迫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日米首脳会談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3月19日に予定、トランプ氏は高市首相を「全面支持」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488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米中外相会談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トランプ大統領の訪中に向けた調整が進行中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中国漁船を拿捕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長崎沖EEZ内で中国漁船を拿捕、船長を逮捕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8720" y="35204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大雪被害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0" y="35204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87市町村に交付税129億円を繰上配分（総務省）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NHK・Japan Times 2026年2月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高市新体制の下、政治の安定・経済の活性化・五輪での活躍と、日本は歴史的な転換期を迎えている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自民党の戦後最大勝利により、憲法改正を含む大胆な政策推進が可能に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春闘での大幅賃上げと食品消費税ゼロで国民生活の改善に期待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3月19日の日米首脳会談で対米関係の新たな枠組みが注目される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ミラノ五輪で引き続き日本選手のメダル獲得に期待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日本ニュースダイジェスト 2026年2月14日</dc:title>
  <dc:subject>PptxGenJS Presentation</dc:subject>
  <dc:creator>Claude Code</dc:creator>
  <cp:lastModifiedBy>Claude Code</cp:lastModifiedBy>
  <cp:revision>1</cp:revision>
  <dcterms:created xsi:type="dcterms:W3CDTF">2026-02-13T23:42:54Z</dcterms:created>
  <dcterms:modified xsi:type="dcterms:W3CDTF">2026-02-13T23:42:54Z</dcterms:modified>
</cp:coreProperties>
</file>