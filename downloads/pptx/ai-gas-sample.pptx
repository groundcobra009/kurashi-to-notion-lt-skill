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923544"/>
            <a:ext cx="7626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× GASで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誰でもできる業務改善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114800" y="2295144"/>
            <a:ext cx="914400" cy="91440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4A8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29514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58952" y="3346704"/>
            <a:ext cx="7626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非エンジニアが実践する自動化のコツ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" y="3758184"/>
            <a:ext cx="7626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自己紹介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" y="1325880"/>
            <a:ext cx="1463040" cy="146304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4A882"/>
            </a:solidFill>
            <a:prstDash val="solid"/>
          </a:ln>
        </p:spPr>
      </p:sp>
      <p:pic>
        <p:nvPicPr>
          <p:cNvPr id="16" name="Image 0" descr="/home/user/kurashi-to-notion-lt-skill/img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71600"/>
            <a:ext cx="1371600" cy="1371600"/>
          </a:xfrm>
          <a:prstGeom prst="ellipse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6072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953512" y="132588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どんな素人でもAIとGASを使って1時間で業務改善！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953512" y="182880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Notion / v0 / Genspark 公式アンバサダー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953512" y="233172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Notionさいたま主宰 / DATASaber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953512" y="283464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X: @keitaro_aigc / note / Voicy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今日お話しすること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× GASとは？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非エンジニアでもできる自動化の組み合わせ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具体的な活用事例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実際に業務で使っている仕組みを紹介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1時間で始める方法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今日から使える実践ステップ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 AI × GAS なのか？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プログラミング経験がなくても、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AIにコードを書いてもらい、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GASで実行するだけ。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環境構築不要・無料・すぐ動く。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非エンジニアにとって最強の組み合わせです。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017520"/>
            <a:ext cx="7991856" cy="1371600"/>
          </a:xfrm>
          <a:prstGeom prst="rect">
            <a:avLst>
              <a:gd name="adj" fmla="val 5333"/>
            </a:avLst>
          </a:prstGeom>
          <a:solidFill>
            <a:srgbClr val="FFF8E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08960"/>
            <a:ext cx="7443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3474720"/>
            <a:ext cx="74432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AIが書く → GASで動く → 業務が楽になる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このサイクルを回すだけ！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事例1: フォーム回答の自動通知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Googleフォームに回答が届いたら、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自動でSlackやLINEに通知する仕組み。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GASのトリガー機能を使えば、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回答が届くたびに自動実行されます。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AIにコードを聞くだけで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30分で完成します！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事例2: スプレッドシート自動集計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毎日の売上データを自動集計し、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レポートシートに転記。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手作業で30分かかっていた集計が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GASで毎朝自動実行されます。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時間ベースのトリガーで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完全手放し運用が可能！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事例3: メール一括送信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スプレッドシートの宛先リストから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テンプレートメールを一括送信。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GmailApp.sendEmail() を使えば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数行のコードで実現できます。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差し込み変数で宛名や内容を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個別にカスタマイズも可能！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1時間で始める3ステップ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1: 自動化したい作業を決める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まずは「毎回同じ手順」の作業を見つけよう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2: AIにGASコードを聞く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ChatGPT / Claudeに「GASで○○したい」と聞くだけ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3: GASエディタに貼って実行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コピペ → 実行ボタン → 動く！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非エンジニアでもできる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AIがコードを書いてくれる時代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GASは最高の実行環境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無料・環境構築不要・Google連携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まず1つ自動化してみよう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小さな成功体験が次のステップにつながる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1106424"/>
            <a:ext cx="7626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ありがとうございました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58952" y="2295144"/>
            <a:ext cx="7626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× GASで業務を自動化しよう！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ご質問はお気軽にどうぞ！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3300984"/>
            <a:ext cx="7626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AI×GASで誰でもできる業務改善</dc:title>
  <dc:subject>PptxGenJS Presentation</dc:subject>
  <dc:creator>けいたろう</dc:creator>
  <cp:lastModifiedBy>けいたろう</cp:lastModifiedBy>
  <cp:revision>1</cp:revision>
  <dcterms:created xsi:type="dcterms:W3CDTF">2026-02-16T07:29:43Z</dcterms:created>
  <dcterms:modified xsi:type="dcterms:W3CDTF">2026-02-16T07:29:43Z</dcterms:modified>
</cp:coreProperties>
</file>