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923544"/>
            <a:ext cx="7626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GAS入門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〜Google Apps Scriptで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業務を自動化しよう〜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114800" y="2295144"/>
            <a:ext cx="914400" cy="91440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C4A8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29514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58952" y="3346704"/>
            <a:ext cx="7626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はじめてのGASガイド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952" y="3758184"/>
            <a:ext cx="7626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自己紹介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952" y="1325880"/>
            <a:ext cx="1463040" cy="146304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C4A882"/>
            </a:solidFill>
            <a:prstDash val="solid"/>
          </a:ln>
        </p:spPr>
      </p:sp>
      <p:pic>
        <p:nvPicPr>
          <p:cNvPr id="16" name="Image 0" descr="/home/user/kurashi-to-notion-lt-skill/img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71600"/>
            <a:ext cx="1371600" cy="1371600"/>
          </a:xfrm>
          <a:prstGeom prst="ellipse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6072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953512" y="132588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非エンジニア × AI × GASで業務改善！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953512" y="182880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Notion公式アンバサダー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953512" y="233172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Notionさいたま主宰 / DATASaber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953512" y="283464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X: @keitaro_aigc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GASとは？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Apps Script（GAS）は、Googleが提供する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クラウドベースのスクリプト言語です。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JavaScriptをベースにしており、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Googleの各種サービスを自動化・連携できます。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017520"/>
            <a:ext cx="7991856" cy="1371600"/>
          </a:xfrm>
          <a:prstGeom prst="rect">
            <a:avLst>
              <a:gd name="adj" fmla="val 5333"/>
            </a:avLst>
          </a:prstGeom>
          <a:solidFill>
            <a:srgbClr val="FFF8E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08960"/>
            <a:ext cx="7443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" y="3474720"/>
            <a:ext cx="74432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無料で使える！ブラウザだけで開発できる！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環境構築が一切不要なのが最大の魅力です。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GASでできること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スプレッドシートの自動処理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データ集計・整形・レポート生成を自動化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Gmail自動送信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テンプレートメールの一括送信・定期通知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Googleフォーム連携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回答データの自動処理・通知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外部API連携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Slack・LINE・ChatGPTなどとの連携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" y="347472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342900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Webアプリ作成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4712" y="370332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簡易的なWebアプリやAPIを構築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GASの始め方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1: Googleドライブを開く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drive.google.com にアクセス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2: 新規 → Google Apps Script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「新規」→「その他」→「Google Apps Script」を選択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3: エディタが開く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ブラウザ上でコードを書ける環境が完成！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4: コードを書いて実行ボタン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ボタンを押すだけで実行できます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基本的な書き方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// Hello Worldを表示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function myFunction() {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Logger.log('Hello, GAS!');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// スプレッドシートにアクセス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function readSheet() {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var sheet = SpreadsheetApp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.getActiveSpreadsheet()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.getActiveSheet();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var value = sheet.getRange('A1').getValue();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Logger.log(value);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よく使うスプレッドシート操作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getValue() / setValue()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セルの読み書きの基本メソッド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getRange('A1:C10')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範囲指定でまとめてデータ取得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getLastRow()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データが入っている最終行を取得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appendRow([...])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最終行にデータを追加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" y="347472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342900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getValues() / setValues()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4712" y="370332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2次元配列で一括読み書き（高速）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トリガー機能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GASには「トリガー」機能があり、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スクリプトを自動実行できます。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時間ベース: 毎日・毎時・毎分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イベントベース: フォーム送信時・シート編集時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017520"/>
            <a:ext cx="7991856" cy="1371600"/>
          </a:xfrm>
          <a:prstGeom prst="rect">
            <a:avLst>
              <a:gd name="adj" fmla="val 5333"/>
            </a:avLst>
          </a:prstGeom>
          <a:solidFill>
            <a:srgbClr val="FFF8E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08960"/>
            <a:ext cx="7443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設定方法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" y="3474720"/>
            <a:ext cx="74432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エディタの左メニュー「トリガー」から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GUIで簡単に設定できます。cron不要！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実践Tips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Logger.log()でデバッグ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実行ログで変数の中身を確認しよう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6分の壁に注意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GASの実行時間は最大6分。大量データは分割処理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PropertiesServiceで設定管理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APIキーなどの機密情報を安全に保存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UrlFetchAppで外部連携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REST APIを叩いて外部サービスと連携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GASはJavaScriptベース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学習コストが低く、すぐ始められる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環境構築不要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ブラウザだけで開発・実行が完結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Google連携が超強力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スプレッドシート・Gmail・フォームを自動化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トリガーで完全自動化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定期実行やイベント駆動で手放し運用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" y="347472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342900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まずは小さく始めよう！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4712" y="370332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日々の手作業をひとつGASに置き換えてみよう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1106424"/>
            <a:ext cx="7626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ありがとうございました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58952" y="2295144"/>
            <a:ext cx="7626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GASで業務を自動化しよう！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ご質問はお気軽にどうぞ！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3300984"/>
            <a:ext cx="7626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GAS入門 〜Google Apps Scriptで業務を自動化しよう〜</dc:title>
  <dc:subject>PptxGenJS Presentation</dc:subject>
  <dc:creator>けいたろう</dc:creator>
  <cp:lastModifiedBy>けいたろう</cp:lastModifiedBy>
  <cp:revision>1</cp:revision>
  <dcterms:created xsi:type="dcterms:W3CDTF">2026-02-16T07:47:17Z</dcterms:created>
  <dcterms:modified xsi:type="dcterms:W3CDTF">2026-02-16T07:47:17Z</dcterms:modified>
</cp:coreProperties>
</file>