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923544"/>
            <a:ext cx="7626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GASの基本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〜Google Apps Scriptで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業務を自動化しよう〜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114800" y="2295144"/>
            <a:ext cx="914400" cy="91440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22951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58952" y="334670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 Workspace × JavaScript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758184"/>
            <a:ext cx="76260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自己紹介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" y="1325880"/>
            <a:ext cx="1463040" cy="146304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pic>
        <p:nvPicPr>
          <p:cNvPr id="16" name="Image 0" descr="/home/user/kurashi-to-notion-lt-skill/img/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71600"/>
            <a:ext cx="1371600" cy="1371600"/>
          </a:xfrm>
          <a:prstGeom prst="ellipse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6072" y="2926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2953512" y="132588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エンジニア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953512" y="182880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GAS歴: 業務効率化に活用中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953512" y="233172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好きな技術: JavaScript / Node.js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953512" y="283464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暮らしの中のIT化が好き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GASとは？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 Apps Script（GAS）は、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Googleが提供するクラウドベースのスクリプト環境です。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・JavaScriptベースで書ける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・ブラウザだけで開発できる（環境構築不要）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・Googleサービスと簡単に連携できる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・無料で使える（Googleアカウントがあれば OK）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GASでできること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スプレッドシートの自動処理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データの集計・整形・転記を自動化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メールの自動送信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Gmailと連携して定期メールやリマインダー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フォーム回答の自動処理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Googleフォームの回答を即座に処理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カレンダー操作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予定の自動登録・リマインダー通知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Webアプリの公開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簡単なWebアプリやAPIを作成・公開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GASの始め方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スプレッドシートを開く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Google スプレッドシートを新規作成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スクリプトエディタを起動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メニュー「拡張機能」→「Apps Script」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コードを書く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エディタが開くので、そのままコードを記述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 実行ボタンをクリック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▶ ボタンで実行（初回は権限の承認が必要）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基本的な書き方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GASはJavaScriptベースなので、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JS経験者ならすぐに書き始められます。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function myFunction() {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// スプレッドシートを取得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var ss = SpreadsheetApp.getActiveSpreadsheet();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var sheet = ss.getActiveSheet();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// A1セルに値を書き込み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sheet.getRange('A1').setValue('Hello GAS!');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}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関数を定義して実行するのが基本スタイル。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SpreadsheetApp などの組み込みオブジェクトを使います。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スプレッドシート操作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GASの最も多い使い方がスプレッドシートの操作です。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・getRange() でセル範囲を指定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・getValue() / setValue() で値の読み書き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・getValues() で複数セルを一括取得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・appendRow() で行を追加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よく使うパターン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var data = sheet.getRange('A1:C10').getValues();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 2次元配列でデータを一括取得できるので高速！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Gmail・カレンダー連携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Googleの各サービスと簡単に連携できるのがGASの強み。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【Gmail】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GmailApp.sendEmail(宛先, 件名, 本文);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【カレンダー】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CalendarApp.getDefaultCalendar()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.createEvent(タイトル, 開始日, 終了日);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活用例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スプレッドシートのデータを元に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一括メール送信やカレンダー登録ができます。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トリガーで自動化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トリガーを設定すると、スクリプトを自動実行できます。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【時間ベースのトリガー】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・毎日/毎時/毎分 に自動実行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・例: 毎朝9時にレポートをメール送信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【イベントベースのトリガー】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・フォーム送信時に自動処理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・スプレッドシート編集時に関数を実行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設定方法: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エディタ左の「トリガー」アイコン → 「＋ トリガーを追加」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GASを使うときの注意点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実行時間の制限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1回の実行は最大6分（無料アカウント）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APIの呼び出し回数制限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1日あたりのメール送信数など上限あり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権限の承認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初回実行時にGoogleアカウントの権限承認が必要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デバッグはLogger.log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console.logではなくLogger.logを使う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V8ランタイム推奨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新しいプロジェクトではV8ランタイムを有効に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GASはJavaScriptベース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JS経験者ならすぐ始められる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環境構築不要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ブラウザだけで開発・実行できる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Googleサービスと簡単連携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スプレッドシート・Gmail・カレンダーなど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トリガーで自動化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定期実行やイベント駆動で業務を自動化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まずは小さく始めよう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スプレッドシートの簡単な操作から試してみよう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1106424"/>
            <a:ext cx="7626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ありがとうございました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58952" y="2295144"/>
            <a:ext cx="76260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GASで日々の業務をもっとラクに！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ご質問はお気軽にどうぞ！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8952" y="330098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GASの基本 〜Google Apps Scriptで業務を自動化しよう〜</dc:title>
  <dc:subject>PptxGenJS Presentation</dc:subject>
  <dc:creator>けいたろう</dc:creator>
  <cp:lastModifiedBy>けいたろう</cp:lastModifiedBy>
  <cp:revision>1</cp:revision>
  <dcterms:created xsi:type="dcterms:W3CDTF">2026-02-16T07:14:46Z</dcterms:created>
  <dcterms:modified xsi:type="dcterms:W3CDTF">2026-02-16T07:14:46Z</dcterms:modified>
</cp:coreProperties>
</file>