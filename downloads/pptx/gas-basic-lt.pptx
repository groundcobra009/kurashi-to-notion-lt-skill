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923544"/>
            <a:ext cx="7626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GAS（Google Apps Script）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基礎入門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114800" y="2295144"/>
            <a:ext cx="914400" cy="91440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29514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58952" y="334670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Googleの無料自動化ツールを使いこなそう！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3758184"/>
            <a:ext cx="7626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自己紹介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" y="1325880"/>
            <a:ext cx="1463040" cy="1463040"/>
          </a:xfrm>
          <a:prstGeom prst="ellipse">
            <a:avLst/>
          </a:prstGeom>
          <a:solidFill>
            <a:srgbClr val="EEEEEE"/>
          </a:solidFill>
          <a:ln w="19050">
            <a:solidFill>
              <a:srgbClr val="C4A882"/>
            </a:solidFill>
            <a:prstDash val="solid"/>
          </a:ln>
        </p:spPr>
      </p:sp>
      <p:pic>
        <p:nvPicPr>
          <p:cNvPr id="16" name="Image 0" descr="/home/user/kurashi-to-notion-lt-skill/img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71600"/>
            <a:ext cx="1371600" cy="1371600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6072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953512" y="132588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エンジニア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953512" y="182880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Google Workspace活用が好き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953512" y="233172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業務効率化・自動化が得意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53512" y="2834640"/>
            <a:ext cx="5431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  GAS歴: 実務で活用中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GASとは？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Apps Script（GAS）は、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Googleが提供するJavaScriptベースのスクリプト言語です。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Googleスプレッドシート、Gmail、Googleドライブなど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Workspaceの各サービスを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プログラムで操作・自動化できます。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環境構築不要！ブラウザだけで開発できるのが魅力です。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GASでできること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スプレッドシート自動化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データ集計・整形・レポート自動生成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メール自動送信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Gmailを使った一斉送信・リマインダー通知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フォーム連携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Googleフォームの回答を自動処理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外部API連携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Slack・LINE・Notionなど外部サービスとの連携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Webアプリ作成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簡単なWebアプリやAPIエンドポイントを構築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GASの始め方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GASを始めるのはとても簡単です！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Googleスプレッドシートを開く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メニュー →「拡張機能」→「Apps Script」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エディタが開くのでコードを書く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実行ボタンを押すだけ！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017520"/>
            <a:ext cx="7991856" cy="13716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7443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474720"/>
            <a:ext cx="74432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Googleアカウントさえあれば、今すぐ無料で始められます。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開発環境のインストールは一切不要です！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基本的な書き方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// スプレッドシートのデータを取得する例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function myFunction() {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var sheet = SpreadsheetApp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.getActiveSpreadsheet()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.getActiveSheet();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var data = sheet.getRange('A1').getValue();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Logger.log(data);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よく使うサービス（クラス）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SpreadsheetApp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スプレッドシートの読み書き・操作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GmailApp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メールの送信・検索・ラベル管理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DriveApp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Googleドライブのファイル操作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CalendarApp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Googleカレンダーの予定管理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UrlFetchApp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外部APIへのHTTPリクエスト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トリガー機能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1188720"/>
            <a:ext cx="79918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GASの強力な機能のひとつが「トリガー」です。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指定した条件で自動的にスクリプトを実行できます。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時間ベース: 毎日9時に実行、1時間おきに実行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イベントベース: フォーム送信時、編集時に実行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017520"/>
            <a:ext cx="7991856" cy="1371600"/>
          </a:xfrm>
          <a:prstGeom prst="rect">
            <a:avLst>
              <a:gd name="adj" fmla="val 5333"/>
            </a:avLst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7443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474720"/>
            <a:ext cx="74432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毎朝9時にスプレッドシートのデータを集計して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自動でSlackに通知する...なんてことも簡単にできます！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実践Tips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Logger.logを活用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デバッグはLogger.logで。実行ログで確認できます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6分の壁に注意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1回の実行時間は最大6分。長い処理は分割しよう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APIの呼び出し制限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1日のAPI呼び出し回数に上限あり。公式ドキュメントを確認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clasp で本格開発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ローカル環境でGAS開発できるCLIツール。Git管理も可能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" y="557784"/>
            <a:ext cx="8540496" cy="4572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557784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128016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" y="123444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 &amp; 環境構築不要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150876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Googleアカウントだけで今すぐ始められる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182880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178308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JavaScriptベース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205740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Web開発者なら学習コストが低い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" y="237744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" y="233172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Google連携が強力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4712" y="260604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スプレッドシート・Gmail・ドライブを自在に操作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" y="292608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4712" y="288036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トリガーで完全自動化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4712" y="315468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定期実行やイベント駆動で業務を効率化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" y="3474720"/>
            <a:ext cx="365760" cy="36576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429000"/>
            <a:ext cx="7260336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まずは小さく始めよう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712" y="3703320"/>
            <a:ext cx="72603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スプレッドシートの簡単な自動化から挑戦！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8686800" cy="4873752"/>
          </a:xfrm>
          <a:prstGeom prst="rect">
            <a:avLst>
              <a:gd name="adj" fmla="val 2814"/>
            </a:avLst>
          </a:prstGeom>
          <a:solidFill>
            <a:srgbClr val="FFFFFF"/>
          </a:solidFill>
          <a:ln w="31750">
            <a:solidFill>
              <a:srgbClr val="C4A8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8686800" cy="347472"/>
          </a:xfrm>
          <a:prstGeom prst="rect">
            <a:avLst>
              <a:gd name="adj" fmla="val 39474"/>
            </a:avLst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393192"/>
            <a:ext cx="8686800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" y="22860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22860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286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37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60920" y="4187952"/>
            <a:ext cx="1417320" cy="256032"/>
          </a:xfrm>
          <a:prstGeom prst="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Lightning 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5079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けいたろう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1106424"/>
            <a:ext cx="7626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ありがとうございました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58952" y="2295144"/>
            <a:ext cx="7626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GASで日々の業務を自動化しよう！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ご質問はお気軽にどうぞ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3300984"/>
            <a:ext cx="7626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けいたろう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GAS（Google Apps Script）基礎入門</dc:title>
  <dc:subject>PptxGenJS Presentation</dc:subject>
  <dc:creator>けいたろう</dc:creator>
  <cp:lastModifiedBy>けいたろう</cp:lastModifiedBy>
  <cp:revision>1</cp:revision>
  <dcterms:created xsi:type="dcterms:W3CDTF">2026-02-16T06:15:21Z</dcterms:created>
  <dcterms:modified xsi:type="dcterms:W3CDTF">2026-02-16T06:15:21Z</dcterms:modified>
</cp:coreProperties>
</file>