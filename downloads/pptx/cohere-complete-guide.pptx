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2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371600"/>
            <a:ext cx="2743200" cy="54864"/>
          </a:xfrm>
          <a:prstGeom prst="rect">
            <a:avLst/>
          </a:prstGeom>
          <a:solidFill>
            <a:srgbClr val="E8DE9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Cohere完全ガイド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基本から応用まで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8DE9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エンタープライズAIプラットフォームの実践的活用法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914400"/>
          </a:xfrm>
          <a:prstGeom prst="rect">
            <a:avLst>
              <a:gd name="adj" fmla="val 10000"/>
            </a:avLst>
          </a:prstGeom>
          <a:solidFill>
            <a:srgbClr val="0D262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Cohereはコスパ・RAG性能・柔軟性に優れたエンタープライズAIであり、実務に即した「使えるAI」を構築できる最良の選択肢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457200" cy="457200"/>
          </a:xfrm>
          <a:prstGeom prst="rect">
            <a:avLst>
              <a:gd name="adj" fmla="val 10000"/>
            </a:avLst>
          </a:prstGeom>
          <a:solidFill>
            <a:srgbClr val="E8DE9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3774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大規模トークン処理でもリーズナブルなコストで運用可能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457200" cy="457200"/>
          </a:xfrm>
          <a:prstGeom prst="rect">
            <a:avLst>
              <a:gd name="adj" fmla="val 10000"/>
            </a:avLst>
          </a:prstGeom>
          <a:solidFill>
            <a:srgbClr val="E8DE9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301752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RAG（検索拡張生成）に最適化され、ハルシネーションを抑制した高精度な回答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457200" cy="457200"/>
          </a:xfrm>
          <a:prstGeom prst="rect">
            <a:avLst>
              <a:gd name="adj" fmla="val 10000"/>
            </a:avLst>
          </a:prstGeom>
          <a:solidFill>
            <a:srgbClr val="E8DE9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6576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特定のクラウドに縛られない柔軟な展開と高い多言語対応力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2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8DE9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828800" cy="54864"/>
          </a:xfrm>
          <a:prstGeom prst="rect">
            <a:avLst/>
          </a:prstGeom>
          <a:solidFill>
            <a:srgbClr val="E8DE9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Cohere（コヒア）とは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Cohereはエンタープライズ特化のAIプラットフォーム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0D262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E8DE9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開発者が自社アプリに高度なNLP機能を組み込むためのAPIを提供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Cohereは、一般的なAIチャットツールとは異なり、企業利用に特化したAIプラットフォームです。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開発者が自身のアプリケーションやワークフローに、高度な自然言語処理（NLP）機能を組み込むためのAPIを提供することに長けています。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チャットボットのような対話型AIではなく、企業のシステムに「AIの頭脳」を埋め込むための基盤技術として設計されています。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Cohere公式ドキュメント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Cohereの3つの強み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0D262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E8DE9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RAG最適化・多言語対応・データプライバシーが差別化要因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457200" cy="548640"/>
          </a:xfrm>
          <a:prstGeom prst="rect">
            <a:avLst>
              <a:gd name="adj" fmla="val 10000"/>
            </a:avLst>
          </a:prstGeom>
          <a:solidFill>
            <a:srgbClr val="E8DE9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88720" y="1463040"/>
            <a:ext cx="7406640" cy="548640"/>
          </a:xfrm>
          <a:prstGeom prst="rect">
            <a:avLst>
              <a:gd name="adj" fmla="val 8333"/>
            </a:avLst>
          </a:prstGeom>
          <a:solidFill>
            <a:srgbClr val="F3F3F3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463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RAG最適化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0" y="14630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社内文書など外部データを参照して回答する仕組みに強く、Command Rシリーズで高い評価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457200" cy="548640"/>
          </a:xfrm>
          <a:prstGeom prst="rect">
            <a:avLst>
              <a:gd name="adj" fmla="val 10000"/>
            </a:avLst>
          </a:prstGeom>
          <a:solidFill>
            <a:srgbClr val="E8DE9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48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88720" y="2148840"/>
            <a:ext cx="7406640" cy="548640"/>
          </a:xfrm>
          <a:prstGeom prst="rect">
            <a:avLst>
              <a:gd name="adj" fmla="val 8333"/>
            </a:avLst>
          </a:prstGeom>
          <a:solidFill>
            <a:srgbClr val="F3F3F3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2148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多言語対応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14800" y="21488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日本語を含む多言語での処理能力が非常に高く、グローバルビジネスに最適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2834640"/>
            <a:ext cx="457200" cy="548640"/>
          </a:xfrm>
          <a:prstGeom prst="rect">
            <a:avLst>
              <a:gd name="adj" fmla="val 10000"/>
            </a:avLst>
          </a:prstGeom>
          <a:solidFill>
            <a:srgbClr val="E8DE9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8346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88720" y="2834640"/>
            <a:ext cx="7406640" cy="548640"/>
          </a:xfrm>
          <a:prstGeom prst="rect">
            <a:avLst>
              <a:gd name="adj" fmla="val 8333"/>
            </a:avLst>
          </a:prstGeom>
          <a:solidFill>
            <a:srgbClr val="F3F3F3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2834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データプライバシー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114800" y="28346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企業が自社のデータを安全に扱えるよう、プライバシー保護に重点を置いた設計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Cohere公式ドキュメント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2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8DE9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828800" cy="54864"/>
          </a:xfrm>
          <a:prstGeom prst="rect">
            <a:avLst/>
          </a:prstGeom>
          <a:solidFill>
            <a:srgbClr val="E8DE9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他サービスとの比較メリット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OpenAI / Gemini との比較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0D262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E8DE9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コスト・RAG性能・柔軟性でCohereが優位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2179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比較項目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Cohereのメリット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62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262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コスト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62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大規模トークン処理で他社より低コスト運用が可能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262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RAG性能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62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文脈理解と情報抽出精度が高く、ハルシネーションを抑制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262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カスタマイズ性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62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独自の埋め込みモデル(Embed)で検索精度を大幅向上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262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柔軟性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2623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AWS・Azure・Oracleなど様々な環境で展開可能(Cloud-agnostic)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各社公式ドキュメント比較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2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8DE9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828800" cy="54864"/>
          </a:xfrm>
          <a:prstGeom prst="rect">
            <a:avLst/>
          </a:prstGeom>
          <a:solidFill>
            <a:srgbClr val="E8DE9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初心者向けスタートガイド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Cohere導入の3ステップ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0D262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E8DE9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アカウント作成からプレイグラウンドでの試行まで、すぐに始められる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2743200" cy="792480"/>
          </a:xfrm>
          <a:prstGeom prst="rect">
            <a:avLst>
              <a:gd name="adj" fmla="val 9231"/>
            </a:avLst>
          </a:prstGeom>
          <a:solidFill>
            <a:srgbClr val="0D262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54480"/>
            <a:ext cx="27432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1: APIキー取得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0" y="1554480"/>
            <a:ext cx="4937760" cy="792480"/>
          </a:xfrm>
          <a:prstGeom prst="rect">
            <a:avLst>
              <a:gd name="adj" fmla="val 9231"/>
            </a:avLst>
          </a:prstGeom>
          <a:solidFill>
            <a:srgbClr val="F3F3F3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1554480"/>
            <a:ext cx="45720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Cohere公式サイトでアカウントを作成し、APIキーを取得する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346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E9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575560"/>
            <a:ext cx="2743200" cy="792480"/>
          </a:xfrm>
          <a:prstGeom prst="rect">
            <a:avLst>
              <a:gd name="adj" fmla="val 9231"/>
            </a:avLst>
          </a:prstGeom>
          <a:solidFill>
            <a:srgbClr val="0D262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75560"/>
            <a:ext cx="27432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2: モデル選択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0" y="2575560"/>
            <a:ext cx="4937760" cy="792480"/>
          </a:xfrm>
          <a:prstGeom prst="rect">
            <a:avLst>
              <a:gd name="adj" fmla="val 9231"/>
            </a:avLst>
          </a:prstGeom>
          <a:solidFill>
            <a:srgbClr val="F3F3F3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2575560"/>
            <a:ext cx="45720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Command R+（高性能・複雑な推論向け）またはCommand R（速度と精度のバランス型）を選択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3368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E9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596640"/>
            <a:ext cx="2743200" cy="792480"/>
          </a:xfrm>
          <a:prstGeom prst="rect">
            <a:avLst>
              <a:gd name="adj" fmla="val 9231"/>
            </a:avLst>
          </a:prstGeom>
          <a:solidFill>
            <a:srgbClr val="0D262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96640"/>
            <a:ext cx="27432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3: プレイグラウンド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57600" y="3596640"/>
            <a:ext cx="4937760" cy="792480"/>
          </a:xfrm>
          <a:prstGeom prst="rect">
            <a:avLst>
              <a:gd name="adj" fmla="val 9231"/>
            </a:avLst>
          </a:prstGeom>
          <a:solidFill>
            <a:srgbClr val="F3F3F3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0" y="3596640"/>
            <a:ext cx="45720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コーディング不要でブラウザ上からモデルの挙動をテスト可能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Cohere公式ドキュメント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2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8DE9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828800" cy="54864"/>
          </a:xfrm>
          <a:prstGeom prst="rect">
            <a:avLst/>
          </a:prstGeom>
          <a:solidFill>
            <a:srgbClr val="E8DE9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応用編：外部ツールとの連携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Difyでの活用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0D262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E8DE9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APIキーを入力するだけで高度なAI機能を組み込み可能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840480" cy="2926080"/>
          </a:xfrm>
          <a:prstGeom prst="rect">
            <a:avLst>
              <a:gd name="adj" fmla="val 3125"/>
            </a:avLst>
          </a:prstGeom>
          <a:solidFill>
            <a:srgbClr val="F3F3F3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63040"/>
            <a:ext cx="3840480" cy="457200"/>
          </a:xfrm>
          <a:prstGeom prst="rect">
            <a:avLst>
              <a:gd name="adj" fmla="val 20000"/>
            </a:avLst>
          </a:prstGeom>
          <a:solidFill>
            <a:srgbClr val="0D262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設定方法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・Difyの「モデルプロバイダー」設定を開く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・CohereのAPIキーを入力するだけ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・コーディング不要で即座に利用可能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840480" cy="2926080"/>
          </a:xfrm>
          <a:prstGeom prst="rect">
            <a:avLst>
              <a:gd name="adj" fmla="val 3125"/>
            </a:avLst>
          </a:prstGeom>
          <a:solidFill>
            <a:srgbClr val="F3F3F3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1463040"/>
            <a:ext cx="3840480" cy="457200"/>
          </a:xfrm>
          <a:prstGeom prst="rect">
            <a:avLst>
              <a:gd name="adj" fmla="val 20000"/>
            </a:avLst>
          </a:prstGeom>
          <a:solidFill>
            <a:srgbClr val="E8DE9F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活用シーン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・社内文書を読み込ませた高精度なナレッジベース（RAG）の構築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・柔軟なワークフローにCohereの生成・要約機能を組み込む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Dify公式ドキュメント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 Apps Script（GAS）での活用事例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0D262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E8DE9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GASとCohereの連携でGoogleワークスペースの業務を自動化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457200" cy="548640"/>
          </a:xfrm>
          <a:prstGeom prst="rect">
            <a:avLst>
              <a:gd name="adj" fmla="val 10000"/>
            </a:avLst>
          </a:prstGeom>
          <a:solidFill>
            <a:srgbClr val="E8DE9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88720" y="1463040"/>
            <a:ext cx="7406640" cy="548640"/>
          </a:xfrm>
          <a:prstGeom prst="rect">
            <a:avLst>
              <a:gd name="adj" fmla="val 8333"/>
            </a:avLst>
          </a:prstGeom>
          <a:solidFill>
            <a:srgbClr val="F3F3F3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463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テキスト分類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0" y="14630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顧客レビューや問い合わせをポジティブ/ネガティブ・カテゴリ別に自動ラベル付け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457200" cy="548640"/>
          </a:xfrm>
          <a:prstGeom prst="rect">
            <a:avLst>
              <a:gd name="adj" fmla="val 10000"/>
            </a:avLst>
          </a:prstGeom>
          <a:solidFill>
            <a:srgbClr val="E8DE9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48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88720" y="2148840"/>
            <a:ext cx="7406640" cy="548640"/>
          </a:xfrm>
          <a:prstGeom prst="rect">
            <a:avLst>
              <a:gd name="adj" fmla="val 8333"/>
            </a:avLst>
          </a:prstGeom>
          <a:solidFill>
            <a:srgbClr val="F3F3F3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2148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ドキュメント自動要約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14800" y="21488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 Drive内の議事録やレポートをGAS経由でCohereに送り要約を自動生成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2834640"/>
            <a:ext cx="457200" cy="548640"/>
          </a:xfrm>
          <a:prstGeom prst="rect">
            <a:avLst>
              <a:gd name="adj" fmla="val 10000"/>
            </a:avLst>
          </a:prstGeom>
          <a:solidFill>
            <a:srgbClr val="E8DE9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8346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88720" y="2834640"/>
            <a:ext cx="7406640" cy="548640"/>
          </a:xfrm>
          <a:prstGeom prst="rect">
            <a:avLst>
              <a:gd name="adj" fmla="val 8333"/>
            </a:avLst>
          </a:prstGeom>
          <a:solidFill>
            <a:srgbClr val="F3F3F3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2834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Gmail返信案作成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114800" y="28346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受信メールの内容を解析し、最適な返信案を下書きとして自動作成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Google Apps Script + Cohere API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914400"/>
          </a:xfrm>
          <a:prstGeom prst="rect">
            <a:avLst>
              <a:gd name="adj" fmla="val 10000"/>
            </a:avLst>
          </a:prstGeom>
          <a:solidFill>
            <a:srgbClr val="0D262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Cohereは実務に即した「使えるAI」を構築するための強力なツール。コスパとRAG性能を重視するプロジェクトに最適な選択肢。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365760" cy="365760"/>
          </a:xfrm>
          <a:prstGeom prst="rect">
            <a:avLst>
              <a:gd name="adj" fmla="val 12500"/>
            </a:avLst>
          </a:prstGeom>
          <a:solidFill>
            <a:srgbClr val="E8DE9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9260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Cohere公式サイトでアカウント作成・APIキー取得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365760" cy="365760"/>
          </a:xfrm>
          <a:prstGeom prst="rect">
            <a:avLst>
              <a:gd name="adj" fmla="val 12500"/>
            </a:avLst>
          </a:prstGeom>
          <a:solidFill>
            <a:srgbClr val="E8DE9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4290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プレイグラウンドでCommand R / R+ の挙動をテスト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365760" cy="365760"/>
          </a:xfrm>
          <a:prstGeom prst="rect">
            <a:avLst>
              <a:gd name="adj" fmla="val 12500"/>
            </a:avLst>
          </a:prstGeom>
          <a:solidFill>
            <a:srgbClr val="E8DE9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62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9319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DifyやGASと連携して自社業務の自動化を実現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Cohere完全ガイド：基本から応用まで</dc:title>
  <dc:subject>PptxGenJS Presentation</dc:subject>
  <dc:creator>Cohere Guide</dc:creator>
  <cp:lastModifiedBy>Cohere Guide</cp:lastModifiedBy>
  <cp:revision>1</cp:revision>
  <dcterms:created xsi:type="dcterms:W3CDTF">2026-02-14T23:16:51Z</dcterms:created>
  <dcterms:modified xsi:type="dcterms:W3CDTF">2026-02-14T23:16:51Z</dcterms:modified>
</cp:coreProperties>
</file>