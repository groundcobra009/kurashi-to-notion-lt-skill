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玉木氏、中道新代表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小川氏に「祝意」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香川出身→高松高→東大 — 同郷の絆が政党の壁を超える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2026年2月13日 ニュース解説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政党は異なれど、香川→高松高→東大という同じ道を歩んだ同志の絆が健在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中道改革連合の新代表に小川淳也氏（54）が選出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国民民主・玉木雄一郎氏（56）が同郷の新代表に祝意を表明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小川氏は野党連携を積極推進する方針を表明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ニュースの概要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中道改革連合の新代表に小川淳也氏が選出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玉木氏は選出直後に祝意を伝達、野党間の連携に期待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2026年2月13日、中道改革連合の新代表に小川淳也氏（54）が選出された。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国民民主党の玉木雄一郎代表（56）は「同じ香川県出身、政策、立場は違っても、ともに頑張ってきた間柄。難局を乗り切るリーダーシップを発揮されることを期待したい」とコメント。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選出直後、小川氏から玉木氏の携帯に「よろしくお願いします」と連絡があり、玉木氏は祝意を伝えたという。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毎日新聞 2026年2月13日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玉木雄一郎氏 vs 小川淳也氏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驚くほど似た経歴 — 同郷・同窓・同省庁出身・同党スタート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502920"/>
          </a:xfrm>
          <a:prstGeom prst="rect">
            <a:avLst>
              <a:gd name="adj" fmla="val 14545"/>
            </a:avLst>
          </a:prstGeom>
          <a:solidFill>
            <a:srgbClr val="59595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玉木雄一郎（56）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840480" cy="2743200"/>
          </a:xfrm>
          <a:prstGeom prst="rect">
            <a:avLst>
              <a:gd name="adj" fmla="val 2667"/>
            </a:avLst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・香川県出身（衆院香川2区）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・県立高松高校 卒業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・東京大学 卒業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・財務省 入省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・2009年 民主党公認で初当選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・現在：国民民主党 代表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4630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840480" cy="502920"/>
          </a:xfrm>
          <a:prstGeom prst="rect">
            <a:avLst>
              <a:gd name="adj" fmla="val 14545"/>
            </a:avLst>
          </a:prstGeom>
          <a:solidFill>
            <a:srgbClr val="0D2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小川淳也（54）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3840480" cy="2743200"/>
          </a:xfrm>
          <a:prstGeom prst="rect">
            <a:avLst>
              <a:gd name="adj" fmla="val 2667"/>
            </a:avLst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488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・香川県出身（衆院香川1区）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・県立高松高校 卒業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・東京大学 卒業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・総務省 入省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・2005年 民主党公認で初当選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・現在：中道改革連合 新代表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毎日新聞 2026年2月13日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二人の政治キャリアの軌跡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旧民主党をスタートに、分裂を経て異なる道へ進むも絆は継続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0D262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民主党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3F3F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玉木氏：2009年初当選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小川氏：2005年初当選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共に民主党公認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0D2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党分裂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748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旧民主党系が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複数の党に分裂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国民と立憲に分かれる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0D2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別々の道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3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玉木氏→国民民主党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小川氏→立憲民主党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→中道改革連合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5160" y="1554480"/>
            <a:ext cx="1600200" cy="640080"/>
          </a:xfrm>
          <a:prstGeom prst="rect">
            <a:avLst>
              <a:gd name="adj" fmla="val 11429"/>
            </a:avLst>
          </a:prstGeom>
          <a:solidFill>
            <a:srgbClr val="0D2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5544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再び連携へ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95160" y="2377440"/>
            <a:ext cx="1600200" cy="2011680"/>
          </a:xfrm>
          <a:prstGeom prst="rect">
            <a:avLst>
              <a:gd name="adj" fmla="val 4571"/>
            </a:avLst>
          </a:prstGeom>
          <a:solidFill>
            <a:srgbClr val="F3F3F3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246888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小川氏が中道新代表に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玉木氏が祝意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野党連携の新局面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毎日新聞 2026年2月13日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今後の展望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小川新代表の基本方針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「野党連携は極めて積極的に行っていく」と強調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野党連携の積極推進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主だった各野党の党首とコミュニケーション済み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幅広い開放路線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「野党第1党は右にも左にも広く開かれている」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難局へのリーダーシップ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玉木氏も期待を表明した統率力の発揮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毎日新聞 2026年2月13日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同郷・同窓の絆は政党の壁を超え、野党連携の新たな局面を迎える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小川新代表の積極的な野党連携方針に注目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玉木氏との個人的関係が国民民主との連携に好影響の可能性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中道改革連合の今後の求心力と野党再編の行方を注視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玉木氏、中道新代表・小川氏に祝意</dc:title>
  <dc:subject>PptxGenJS Presentation</dc:subject>
  <dc:creator>Claude Code</dc:creator>
  <cp:lastModifiedBy>Claude Code</cp:lastModifiedBy>
  <cp:revision>1</cp:revision>
  <dcterms:created xsi:type="dcterms:W3CDTF">2026-02-13T13:23:30Z</dcterms:created>
  <dcterms:modified xsi:type="dcterms:W3CDTF">2026-02-13T13:23:30Z</dcterms:modified>
</cp:coreProperties>
</file>