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ビール大手決算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2025年12月期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キリン・サッポロ大幅増益、アサヒ代替需要も追い風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2025年2月13日　時事通信報道ベース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キリンとサッポロが純利益約2.5倍に拡大。アサヒのシステム障害に伴う代替需要も利益を押し上げた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キリンHD：純利益1,475億円（前期比約2.5倍）、代替需要で約40億円の利益貢献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サッポロHD：純利益194億円（過去最高、前期比約2.5倍）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サントリーHD：米国商標権の減損損失計上で純利益ほぼ半減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2976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アサヒGHD：システム障害により通期決算の発表日時は未定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各社決算ハイライト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ビール大手3社 純利益比較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キリン・サッポロは前期比約2.5倍、サントリーは半減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1,475億円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キリンHD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前期比約2.5倍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代替需要+40億円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232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194億円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232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サッポロHD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前期比約2.5倍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過去最高を更新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約半減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サントリーHD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44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米国商標権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減損損失を計上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各社2025年12月期連結決算（国際会計基準）、時事通信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ビール大手4社 2025年12月期 決算概要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キリン・サッポロが大幅増益、サントリーは減損で苦戦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72640"/>
                <a:gridCol w="2072640"/>
                <a:gridCol w="2072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企業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純利益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前期比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特記事項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キリンHD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1,475億円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約2.5倍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代替需要で約40億円の利益貢献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サッポロHD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194億円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約2.5倍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過去最高益を更新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サントリーHD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—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ほぼ半減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米国商標権の減損損失を計上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アサヒGHD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未発表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—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システム障害により決算発表延期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各社2025年12月期連結決算、時事通信（2025/2/13）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明暗分かれるビール大手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キリン・サッポロの増益要因 vs サントリー・アサヒの苦戦要因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0D2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増益組（キリン・サッポロ）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・純利益が前期比約2.5倍に拡大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・アサヒのシステム障害による代替需要を獲得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・キリンHDは代替需要で約40億円の利益貢献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・サッポロHDは純利益194億円で過去最高を更新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・10月のビール類税額統一も追い風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苦戦組（サントリー・アサヒ）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・サントリーHD：米国で商標権を巡る減損損失を計上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・サントリーHD：純利益はほぼ半減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・アサヒGHD：システム障害が発生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・アサヒGHD：25年1～9月期決算の開示は来月10日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・アサヒGHD：通期決算の発表日時は未定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時事通信（2025/2/13）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アサヒGHDシステム障害と代替需要の波及効果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アサヒの供給停滞がキリン・サッポロの業績を押し上げた構図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アサヒグループホールディングスのシステム障害は、同社の決算発表の遅延だけでなく、ビール市場全体に大きな影響を及ぼした。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アサヒの供給が滞ったことで、消費者やリテーラーは競合他社の製品へシフト。この代替需要がキリンとサッポロの売上・利益を押し上げる形となった。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キリンHDの南方健志社長は記者会見で、代替需要の発生に伴い約40億円の利益貢献があったと明らかにした。サッポロHDも過去最高益を記録しており、代替需要は業界全体の勢力図に変化をもたらした。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アサヒGHDは25年1～9月期決算の開示を来月10日に行うと発表したが、通期決算の発表日時は依然未定である。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時事通信（2025/2/13）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キリン・サッポロが大幅増益。アサヒの代替需要獲得が追い風に。サントリーは減損で明暗が分かれた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アサヒGHDの通期決算発表を注視（発表日未定）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代替需要の一過性か定着かを見極める必要あり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ビール類税額統一後の市場動向を継続ウォッチ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サントリーHDの米国商標権問題の今後の展開に注目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ビール大手決算 2025年12月期</dc:title>
  <dc:subject>PptxGenJS Presentation</dc:subject>
  <dc:creator>Claude Code</dc:creator>
  <cp:lastModifiedBy>Claude Code</cp:lastModifiedBy>
  <cp:revision>1</cp:revision>
  <dcterms:created xsi:type="dcterms:W3CDTF">2026-02-13T13:54:10Z</dcterms:created>
  <dcterms:modified xsi:type="dcterms:W3CDTF">2026-02-13T13:54:10Z</dcterms:modified>
</cp:coreProperties>
</file>